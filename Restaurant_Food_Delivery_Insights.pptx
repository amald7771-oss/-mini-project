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88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6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0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1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9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37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1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57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56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97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56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0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27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6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6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Restaurant Food Delivery Dashboard –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a view of restaurant delivery performance including key metrics like order volume, revenue, ratings, and delivery times.</a:t>
            </a:r>
          </a:p>
          <a:p>
            <a:endParaRPr/>
          </a:p>
          <a:p>
            <a:r>
              <a:t>Key Metrics:</a:t>
            </a:r>
          </a:p>
          <a:p>
            <a:r>
              <a:t>• Total Orders: 500</a:t>
            </a:r>
          </a:p>
          <a:p>
            <a:r>
              <a:t>• Total Revenue: $199,450</a:t>
            </a:r>
          </a:p>
          <a:p>
            <a:r>
              <a:t>• Average Rating: 3.78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by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Delhi leads with $61K in total revenue.</a:t>
            </a:r>
          </a:p>
          <a:p>
            <a:r>
              <a:t>• Chennai follows with $47K.</a:t>
            </a:r>
          </a:p>
          <a:p>
            <a:r>
              <a:t>• Mumbai records the lowest revenue at $28K.</a:t>
            </a:r>
          </a:p>
          <a:p>
            <a:endParaRPr/>
          </a:p>
          <a:p>
            <a:r>
              <a:t>Delhi and Chennai together contribute over 50% of total sales — strong urban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Time by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Swiggy: 46.44 mins</a:t>
            </a:r>
          </a:p>
          <a:p>
            <a:r>
              <a:t>• Zomato: 42.33 mins</a:t>
            </a:r>
          </a:p>
          <a:p>
            <a:r>
              <a:t>• Takeaway: 42.29 mins</a:t>
            </a:r>
          </a:p>
          <a:p>
            <a:endParaRPr/>
          </a:p>
          <a:p>
            <a:r>
              <a:t>Zomato and Takeaway are faster; Swiggy shows slightly longer delivery 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line chart shows fluctuating daily order volumes with peaks on certain dates, suggesting high demand during weekends or promotions.</a:t>
            </a:r>
          </a:p>
          <a:p>
            <a:endParaRPr/>
          </a:p>
          <a:p>
            <a:r>
              <a:t>A consistent upward trend near the end indicates growing customer activity.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Food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Food: $100K (50.36%)</a:t>
            </a:r>
          </a:p>
          <a:p>
            <a:r>
              <a:t>• Italian: $53K (26.74%)</a:t>
            </a:r>
          </a:p>
          <a:p>
            <a:r>
              <a:t>• Japanese: $46K (22.9%)</a:t>
            </a:r>
          </a:p>
          <a:p>
            <a:endParaRPr/>
          </a:p>
          <a:p>
            <a:r>
              <a:t>Fast Food dominates total revenue — the most profitable and high-volume segment.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Restaurant-Level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• Dominos: $86,862 revenue, 45.84 mins avg delivery, 3.70 rating.</a:t>
            </a:r>
          </a:p>
          <a:p>
            <a:r>
              <a:rPr dirty="0"/>
              <a:t>• KFC: $40,764 revenue, 46.51 mins avg delivery, 3.93 rating.</a:t>
            </a:r>
          </a:p>
          <a:p>
            <a:r>
              <a:rPr dirty="0"/>
              <a:t>• Subway: $36,922 revenue, 42.48 mins avg delivery, 3.73 rating.</a:t>
            </a:r>
          </a:p>
          <a:p>
            <a:r>
              <a:rPr dirty="0"/>
              <a:t>• Pizza Hut: $34,902 revenue, 40.30 mins avg delivery, 3.83 rating.</a:t>
            </a:r>
          </a:p>
          <a:p>
            <a:endParaRPr dirty="0"/>
          </a:p>
          <a:p>
            <a:r>
              <a:rPr sz="2000" dirty="0"/>
              <a:t>Dominos leads in revenue, while Pizza Hut has the fastest deliveries.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marketing and offers in Delhi &amp; Chennai — main revenue hubs.</a:t>
            </a:r>
          </a:p>
          <a:p>
            <a:r>
              <a:t>• Improve Swiggy delivery performance to match competitors.</a:t>
            </a:r>
          </a:p>
          <a:p>
            <a:r>
              <a:t>• Enhance customer experience — average rating below 4.0 indicates scope for improvement.</a:t>
            </a:r>
          </a:p>
          <a:p>
            <a:r>
              <a:t>• Promote fast food category through loyalty programs and combos.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337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Restaurant Food Delivery Dashboard – Insights</vt:lpstr>
      <vt:lpstr>Overview</vt:lpstr>
      <vt:lpstr>Performance by City</vt:lpstr>
      <vt:lpstr>Delivery Time by Platform</vt:lpstr>
      <vt:lpstr>Order Trends</vt:lpstr>
      <vt:lpstr>Revenue by Food Category</vt:lpstr>
      <vt:lpstr>Restaurant-Level Insights</vt:lpstr>
      <vt:lpstr>Insights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Amal Das</cp:lastModifiedBy>
  <cp:revision>2</cp:revision>
  <dcterms:created xsi:type="dcterms:W3CDTF">2013-01-27T09:14:16Z</dcterms:created>
  <dcterms:modified xsi:type="dcterms:W3CDTF">2025-11-11T06:27:03Z</dcterms:modified>
  <cp:category/>
</cp:coreProperties>
</file>